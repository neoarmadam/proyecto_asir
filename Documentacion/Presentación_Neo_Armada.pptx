
<file path=[Content_Types].xml><?xml version="1.0" encoding="utf-8"?>
<Types xmlns="http://schemas.openxmlformats.org/package/2006/content-types">
  <Default Extension="xml" ContentType="application/xml"/>
  <Default Extension="svg" ContentType="image/svg+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12192000" cy="6858000"/>
  <p:notesSz cx="6858000" cy="9144000"/>
  <p:defaultTextStyle>
    <a:defPPr>
      <a:defRPr lang="es-E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 /><Relationship Id="rId15" Type="http://schemas.openxmlformats.org/officeDocument/2006/relationships/tableStyles" Target="tableStyles.xml" /><Relationship Id="rId16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7125376" name="Marcador de encabezado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2016583864" name="Marcador de fecha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s-ES"/>
              <a:t>10/30/2013</a:t>
            </a:fld>
            <a:endParaRPr lang="es-ES"/>
          </a:p>
        </p:txBody>
      </p:sp>
      <p:sp>
        <p:nvSpPr>
          <p:cNvPr id="364626925" name="Marcador de imagen de diapositiva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s-ES"/>
          </a:p>
        </p:txBody>
      </p:sp>
      <p:sp>
        <p:nvSpPr>
          <p:cNvPr id="561597494" name="Marcador de notas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s-ES"/>
              <a:t>Haga clic para modificar el estilo de texto del patrón</a:t>
            </a:r>
            <a:endParaRPr/>
          </a:p>
          <a:p>
            <a:pPr lvl="1">
              <a:defRPr/>
            </a:pPr>
            <a:r>
              <a:rPr lang="es-ES"/>
              <a:t>Segundo nivel</a:t>
            </a:r>
            <a:endParaRPr/>
          </a:p>
          <a:p>
            <a:pPr lvl="2">
              <a:defRPr/>
            </a:pPr>
            <a:r>
              <a:rPr lang="es-ES"/>
              <a:t>Tercer nivel</a:t>
            </a:r>
            <a:endParaRPr/>
          </a:p>
          <a:p>
            <a:pPr lvl="3">
              <a:defRPr/>
            </a:pPr>
            <a:r>
              <a:rPr lang="es-ES"/>
              <a:t>Cuarto nivel</a:t>
            </a:r>
            <a:endParaRPr/>
          </a:p>
          <a:p>
            <a:pPr lvl="4">
              <a:defRPr/>
            </a:pPr>
            <a:r>
              <a:rPr lang="es-ES"/>
              <a:t>Quinto nivel</a:t>
            </a:r>
            <a:endParaRPr lang="es-ES"/>
          </a:p>
        </p:txBody>
      </p:sp>
      <p:sp>
        <p:nvSpPr>
          <p:cNvPr id="565612949" name="Marcador de pie de página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1834135509" name="Marcador de número de diapositiva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s-ES"/>
              <a:t>‹#›</a:t>
            </a:fld>
            <a:endParaRPr lang="es-E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2364615" name="Marcador de imagen de diapositiva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37986979" name="Marcador de notas 4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s-ES">
              <a:latin typeface="Arial"/>
              <a:cs typeface="Arial"/>
            </a:endParaRPr>
          </a:p>
        </p:txBody>
      </p:sp>
      <p:sp>
        <p:nvSpPr>
          <p:cNvPr id="1718958154" name="Marcador de número de diapositiva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s-ES"/>
              <a:t>1</a:t>
            </a:fld>
            <a:endParaRPr lang="es-E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347635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573599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64257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F0BD641-35C8-9F99-74BB-995578EA97E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615867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691430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72172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0075D1C-D1EF-2AF5-01F5-1DA08A94168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389916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667915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1105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E398AFE-4419-8F31-3785-E6C8281AD2D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024871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214829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49358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78B513B-7ACF-EC0C-1B7C-CEB09476CA5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157761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80312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96467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114520F-F242-84FA-2E0B-F451639017A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270599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547049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54479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DCAB2E-5350-C644-ED9C-80B85FF74B1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349849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175649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72419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70D4025-FDF9-D5BF-E4D5-F120F098AE1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908463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8721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98486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5BC9D7D-E86F-87CB-958C-42E31B65C26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9664271" name="Title 1"/>
          <p:cNvSpPr>
            <a:spLocks noGrp="1"/>
          </p:cNvSpPr>
          <p:nvPr>
            <p:ph type="ctrTitle"/>
          </p:nvPr>
        </p:nvSpPr>
        <p:spPr bwMode="auto">
          <a:xfrm>
            <a:off x="1523999" y="1122362"/>
            <a:ext cx="9144000" cy="2387599"/>
          </a:xfrm>
        </p:spPr>
        <p:txBody>
          <a:bodyPr anchor="b"/>
          <a:lstStyle>
            <a:lvl1pPr algn="ctr">
              <a:defRPr sz="4500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33706932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3999" y="3602037"/>
            <a:ext cx="9144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pPr>
              <a:defRPr/>
            </a:pPr>
            <a:r>
              <a:rPr/>
              <a:t>Click to edit Master subtitle style</a:t>
            </a:r>
            <a:endParaRPr/>
          </a:p>
        </p:txBody>
      </p:sp>
      <p:sp>
        <p:nvSpPr>
          <p:cNvPr id="132430898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60606121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857491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043855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31156466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24467241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22339483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016773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5858678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4500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40415004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6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2531197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83950539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05247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177561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514717994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198" y="1825625"/>
            <a:ext cx="5181599" cy="4351338"/>
          </a:xfrm>
        </p:spPr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5577465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599" cy="4351338"/>
          </a:xfrm>
        </p:spPr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55893995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75644486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3382241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4941727" name="Title 1"/>
          <p:cNvSpPr>
            <a:spLocks noGrp="1"/>
          </p:cNvSpPr>
          <p:nvPr>
            <p:ph type="title"/>
          </p:nvPr>
        </p:nvSpPr>
        <p:spPr bwMode="auto">
          <a:xfrm>
            <a:off x="839787" y="365125"/>
            <a:ext cx="10515600" cy="1325562"/>
          </a:xfrm>
        </p:spPr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41806324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9" y="1681162"/>
            <a:ext cx="5157785" cy="823911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274069845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9" y="2505074"/>
            <a:ext cx="5157785" cy="3684587"/>
          </a:xfrm>
        </p:spPr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023424765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2"/>
            <a:ext cx="5183187" cy="823911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05547944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7" cy="3684587"/>
          </a:xfrm>
        </p:spPr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661419539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949128147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301441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167928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605312302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548802608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7478856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0244019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483563620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5044632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3174729" name="Title 1"/>
          <p:cNvSpPr>
            <a:spLocks noGrp="1"/>
          </p:cNvSpPr>
          <p:nvPr>
            <p:ph type="title"/>
          </p:nvPr>
        </p:nvSpPr>
        <p:spPr bwMode="auto">
          <a:xfrm>
            <a:off x="839787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667329508" name="Content Placeholder 2"/>
          <p:cNvSpPr>
            <a:spLocks noGrp="1"/>
          </p:cNvSpPr>
          <p:nvPr>
            <p:ph idx="1"/>
          </p:nvPr>
        </p:nvSpPr>
        <p:spPr bwMode="auto">
          <a:xfrm>
            <a:off x="5183187" y="987425"/>
            <a:ext cx="617220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208222429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7" y="2057399"/>
            <a:ext cx="3932237" cy="381158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74132039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92821255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792041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1302134" name="Title 1"/>
          <p:cNvSpPr>
            <a:spLocks noGrp="1"/>
          </p:cNvSpPr>
          <p:nvPr>
            <p:ph type="title"/>
          </p:nvPr>
        </p:nvSpPr>
        <p:spPr bwMode="auto">
          <a:xfrm>
            <a:off x="839787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634084857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7" y="987425"/>
            <a:ext cx="6172200" cy="4873625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>
              <a:defRPr/>
            </a:pPr>
            <a:r>
              <a:rPr/>
              <a:t>Click icon to add picture</a:t>
            </a:r>
            <a:endParaRPr/>
          </a:p>
        </p:txBody>
      </p:sp>
      <p:sp>
        <p:nvSpPr>
          <p:cNvPr id="112968914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7" y="2057399"/>
            <a:ext cx="3932237" cy="381158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03572733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63392459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706742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9858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993232163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13544877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6900509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776983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3582934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899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2039947701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198" y="365125"/>
            <a:ext cx="7734299" cy="5811838"/>
          </a:xfrm>
        </p:spPr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71134803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213983673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979909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13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292884" name="Title Placeholder 1"/>
          <p:cNvSpPr>
            <a:spLocks noGrp="1"/>
          </p:cNvSpPr>
          <p:nvPr>
            <p:ph type="title"/>
          </p:nvPr>
        </p:nvSpPr>
        <p:spPr bwMode="auto">
          <a:xfrm>
            <a:off x="838198" y="365125"/>
            <a:ext cx="10515600" cy="13255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98005658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198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090963223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198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248689970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598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350281378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599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 rtl="0">
        <a:lnSpc>
          <a:spcPct val="90000"/>
        </a:lnSpc>
        <a:spcBef>
          <a:spcPts val="0"/>
        </a:spcBef>
        <a:buNone/>
        <a:defRPr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>
        <a:lnSpc>
          <a:spcPct val="90000"/>
        </a:lnSpc>
        <a:spcBef>
          <a:spcPts val="749"/>
        </a:spcBef>
        <a:buFont typeface="Arial"/>
        <a:buChar char="•"/>
        <a:defRPr sz="21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5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35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35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35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35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35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3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media1.sv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jp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docs.fedoraproject.org/en-US/fedora-server/" TargetMode="External"/><Relationship Id="rId4" Type="http://schemas.openxmlformats.org/officeDocument/2006/relationships/hyperlink" Target="https://docs.podman.io/en/latest/" TargetMode="External"/><Relationship Id="rId5" Type="http://schemas.openxmlformats.org/officeDocument/2006/relationships/hyperlink" Target="https://cockpit-project.org/running.html" TargetMode="External"/><Relationship Id="rId6" Type="http://schemas.openxmlformats.org/officeDocument/2006/relationships/hyperlink" Target="https://www.samba.org/samba/docs/" TargetMode="External"/><Relationship Id="rId7" Type="http://schemas.openxmlformats.org/officeDocument/2006/relationships/hyperlink" Target="https://docs.zerotier.com/" TargetMode="External"/><Relationship Id="rId8" Type="http://schemas.openxmlformats.org/officeDocument/2006/relationships/hyperlink" Target="https://www.gnu.org/software/bash/manual/" TargetMode="Externa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8935168" name="Título 1"/>
          <p:cNvSpPr>
            <a:spLocks noGrp="1"/>
          </p:cNvSpPr>
          <p:nvPr>
            <p:ph type="ctrTitle"/>
          </p:nvPr>
        </p:nvSpPr>
        <p:spPr bwMode="auto"/>
        <p:txBody>
          <a:bodyPr/>
          <a:lstStyle/>
          <a:p>
            <a:pPr>
              <a:defRPr/>
            </a:pPr>
            <a:r>
              <a:rPr lang="es-ES">
                <a:solidFill>
                  <a:schemeClr val="bg1"/>
                </a:solidFill>
              </a:rPr>
              <a:t>Entorno de Servidor Neo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842331046" name="Subtítulo 2"/>
          <p:cNvSpPr>
            <a:spLocks noGrp="1"/>
          </p:cNvSpPr>
          <p:nvPr>
            <p:ph type="subTitle" idx="1"/>
          </p:nvPr>
        </p:nvSpPr>
        <p:spPr bwMode="auto"/>
        <p:txBody>
          <a:bodyPr/>
          <a:lstStyle/>
          <a:p>
            <a:pPr>
              <a:defRPr/>
            </a:pPr>
            <a:r>
              <a:rPr lang="es-ES">
                <a:solidFill>
                  <a:schemeClr val="bg1"/>
                </a:solidFill>
              </a:rPr>
              <a:t>Neo Armada Montero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 lang="es-ES">
                <a:solidFill>
                  <a:schemeClr val="bg1"/>
                </a:solidFill>
              </a:rPr>
              <a:t>Camino de la Miranda, 2º ASIR</a:t>
            </a:r>
            <a:endParaRPr lang="es-ES">
              <a:solidFill>
                <a:schemeClr val="bg1"/>
              </a:solidFill>
            </a:endParaRPr>
          </a:p>
          <a:p>
            <a:pPr>
              <a:defRPr/>
            </a:pPr>
            <a:r>
              <a:rPr lang="es-ES" sz="1800" b="0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https://github.com/Neoarmadam/Proyecto_ASIR</a:t>
            </a:r>
            <a:endParaRPr>
              <a:solidFill>
                <a:schemeClr val="bg1"/>
              </a:solidFill>
            </a:endParaRPr>
          </a:p>
        </p:txBody>
      </p:sp>
      <p:pic>
        <p:nvPicPr>
          <p:cNvPr id="2023514649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4773596" y="33833"/>
            <a:ext cx="2785368" cy="27853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994571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>
                  <a:schemeClr val="bg1"/>
                </a:solidFill>
              </a:rPr>
              <a:t>Presentación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2142191432" name="Content Placeholder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5000" lnSpcReduction="1000"/>
          </a:bodyPr>
          <a:lstStyle/>
          <a:p>
            <a:pPr marL="0" indent="0">
              <a:buFont typeface="Arial"/>
              <a:buNone/>
              <a:defRPr/>
            </a:pPr>
            <a:r>
              <a:rPr sz="3200" b="0" i="0" u="none">
                <a:solidFill>
                  <a:schemeClr val="bg1"/>
                </a:solidFill>
                <a:latin typeface="Arial"/>
                <a:ea typeface="Arial"/>
                <a:cs typeface="Arial"/>
              </a:rPr>
              <a:t>Optimización y automatización de entornos Fedora Server mediante el despliegue de scripts personalizados y una capa de alias optimizada para mejorar la eficiencia operativa.</a:t>
            </a:r>
            <a:endParaRPr sz="3200" b="0">
              <a:solidFill>
                <a:schemeClr val="bg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sz="3200" b="0">
                <a:solidFill>
                  <a:schemeClr val="bg1"/>
                </a:solidFill>
                <a:latin typeface="Arial"/>
                <a:ea typeface="Arial"/>
                <a:cs typeface="Arial"/>
              </a:rPr>
              <a:t>Scripts: Automatizan funciones del servidor.</a:t>
            </a:r>
            <a:endParaRPr sz="3200" b="0">
              <a:solidFill>
                <a:schemeClr val="bg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sz="3200" b="0">
                <a:solidFill>
                  <a:schemeClr val="bg1"/>
                </a:solidFill>
                <a:latin typeface="Arial"/>
                <a:ea typeface="Arial"/>
                <a:cs typeface="Arial"/>
              </a:rPr>
              <a:t>Alias: Facilitan la ejecución de comandos o Scripts en el servidor.</a:t>
            </a:r>
            <a:endParaRPr sz="3200" b="0">
              <a:solidFill>
                <a:schemeClr val="bg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sz="3200" b="0">
                <a:solidFill>
                  <a:schemeClr val="bg1"/>
                </a:solidFill>
                <a:latin typeface="Arial"/>
                <a:ea typeface="Arial"/>
                <a:cs typeface="Arial"/>
              </a:rPr>
              <a:t>Cockpit: Herramienta Web para acceso remoto al servidor.</a:t>
            </a:r>
            <a:endParaRPr sz="3200" b="0" i="0" u="none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175526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>
                  <a:schemeClr val="bg1"/>
                </a:solidFill>
              </a:rPr>
              <a:t>Herramientas de Software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05625857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sz="3200">
                <a:solidFill>
                  <a:schemeClr val="bg1"/>
                </a:solidFill>
              </a:rPr>
              <a:t>Fedora Server</a:t>
            </a:r>
            <a:endParaRPr sz="3200">
              <a:solidFill>
                <a:schemeClr val="bg1"/>
              </a:solidFill>
            </a:endParaRPr>
          </a:p>
          <a:p>
            <a:pPr>
              <a:defRPr/>
            </a:pPr>
            <a:r>
              <a:rPr sz="3200">
                <a:solidFill>
                  <a:schemeClr val="bg1"/>
                </a:solidFill>
              </a:rPr>
              <a:t>Podman</a:t>
            </a:r>
            <a:endParaRPr sz="3200">
              <a:solidFill>
                <a:schemeClr val="bg1"/>
              </a:solidFill>
            </a:endParaRPr>
          </a:p>
          <a:p>
            <a:pPr>
              <a:defRPr/>
            </a:pPr>
            <a:r>
              <a:rPr sz="3200">
                <a:solidFill>
                  <a:schemeClr val="bg1"/>
                </a:solidFill>
              </a:rPr>
              <a:t>Visual Studio Code</a:t>
            </a:r>
            <a:endParaRPr sz="3200">
              <a:solidFill>
                <a:schemeClr val="bg1"/>
              </a:solidFill>
            </a:endParaRPr>
          </a:p>
          <a:p>
            <a:pPr>
              <a:defRPr/>
            </a:pPr>
            <a:r>
              <a:rPr sz="3200">
                <a:solidFill>
                  <a:schemeClr val="bg1"/>
                </a:solidFill>
              </a:rPr>
              <a:t>KVM/Qemu</a:t>
            </a:r>
            <a:endParaRPr sz="3200">
              <a:solidFill>
                <a:schemeClr val="bg1"/>
              </a:solidFill>
            </a:endParaRPr>
          </a:p>
          <a:p>
            <a:pPr>
              <a:defRPr/>
            </a:pPr>
            <a:r>
              <a:rPr sz="3200">
                <a:solidFill>
                  <a:schemeClr val="bg1"/>
                </a:solidFill>
              </a:rPr>
              <a:t>Cockpit</a:t>
            </a:r>
            <a:endParaRPr sz="3200">
              <a:solidFill>
                <a:schemeClr val="bg1"/>
              </a:solidFill>
            </a:endParaRPr>
          </a:p>
          <a:p>
            <a:pPr>
              <a:defRPr/>
            </a:pPr>
            <a:r>
              <a:rPr sz="3200">
                <a:solidFill>
                  <a:schemeClr val="bg1"/>
                </a:solidFill>
              </a:rPr>
              <a:t>Bash</a:t>
            </a:r>
            <a:endParaRPr sz="3200">
              <a:solidFill>
                <a:schemeClr val="bg1"/>
              </a:solidFill>
            </a:endParaRPr>
          </a:p>
          <a:p>
            <a:pPr>
              <a:defRPr/>
            </a:pPr>
            <a:r>
              <a:rPr sz="3200">
                <a:solidFill>
                  <a:schemeClr val="bg1"/>
                </a:solidFill>
              </a:rPr>
              <a:t>GitHub</a:t>
            </a:r>
            <a:endParaRPr>
              <a:solidFill>
                <a:schemeClr val="bg1"/>
              </a:solidFill>
            </a:endParaRPr>
          </a:p>
        </p:txBody>
      </p:sp>
      <p:pic>
        <p:nvPicPr>
          <p:cNvPr id="753486082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8049827" y="1623389"/>
            <a:ext cx="1017336" cy="1017336"/>
          </a:xfrm>
          <a:prstGeom prst="flowChartAlternateProcess">
            <a:avLst/>
          </a:prstGeom>
          <a:solidFill>
            <a:schemeClr val="bg1"/>
          </a:solidFill>
        </p:spPr>
      </p:pic>
      <p:pic>
        <p:nvPicPr>
          <p:cNvPr id="592565535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9343018" y="1919346"/>
            <a:ext cx="599982" cy="599982"/>
          </a:xfrm>
          <a:prstGeom prst="flowChartAlternateProcess">
            <a:avLst/>
          </a:prstGeom>
          <a:solidFill>
            <a:schemeClr val="bg1"/>
          </a:solidFill>
        </p:spPr>
      </p:pic>
      <p:pic>
        <p:nvPicPr>
          <p:cNvPr id="1857353169" name=""/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 bwMode="auto">
          <a:xfrm flipH="0" flipV="0">
            <a:off x="8820567" y="2997572"/>
            <a:ext cx="627566" cy="627566"/>
          </a:xfrm>
          <a:prstGeom prst="flowChartAlternateProcess">
            <a:avLst/>
          </a:prstGeom>
          <a:solidFill>
            <a:schemeClr val="bg1"/>
          </a:solidFill>
        </p:spPr>
      </p:pic>
      <p:pic>
        <p:nvPicPr>
          <p:cNvPr id="80756371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flipH="0" flipV="0">
            <a:off x="9787615" y="2727648"/>
            <a:ext cx="583708" cy="583708"/>
          </a:xfrm>
          <a:prstGeom prst="flowChartAlternateProcess">
            <a:avLst/>
          </a:prstGeom>
          <a:solidFill>
            <a:schemeClr val="bg1"/>
          </a:solidFill>
        </p:spPr>
      </p:pic>
      <p:pic>
        <p:nvPicPr>
          <p:cNvPr id="1163862946" name="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 flipH="0" flipV="0">
            <a:off x="9115073" y="3814529"/>
            <a:ext cx="666123" cy="666123"/>
          </a:xfrm>
          <a:prstGeom prst="flowChartAlternateProcess">
            <a:avLst/>
          </a:prstGeom>
          <a:solidFill>
            <a:schemeClr val="bg1"/>
          </a:solidFill>
        </p:spPr>
      </p:pic>
      <p:pic>
        <p:nvPicPr>
          <p:cNvPr id="556669453" name="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 flipH="0" flipV="0">
            <a:off x="9986087" y="3692302"/>
            <a:ext cx="617981" cy="617981"/>
          </a:xfrm>
          <a:prstGeom prst="flowChartAlternateProcess">
            <a:avLst/>
          </a:prstGeom>
        </p:spPr>
      </p:pic>
      <p:pic>
        <p:nvPicPr>
          <p:cNvPr id="940522836" name=""/>
          <p:cNvPicPr>
            <a:picLocks noChangeAspect="1"/>
          </p:cNvPicPr>
          <p:nvPr/>
        </p:nvPicPr>
        <p:blipFill rotWithShape="1">
          <a:blip r:embed="rId10"/>
          <a:stretch/>
        </p:blipFill>
        <p:spPr bwMode="auto">
          <a:xfrm flipH="0" flipV="0">
            <a:off x="9643010" y="4649940"/>
            <a:ext cx="872919" cy="849278"/>
          </a:xfrm>
          <a:prstGeom prst="flowChartAlternateProcess">
            <a:avLst/>
          </a:prstGeom>
          <a:solidFill>
            <a:schemeClr val="bg1"/>
          </a:solidFill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764540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>
                  <a:schemeClr val="bg1"/>
                </a:solidFill>
              </a:rPr>
              <a:t>Herramientas Hardware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687717376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>
                  <a:schemeClr val="bg1"/>
                </a:solidFill>
              </a:rPr>
              <a:t>AMD Ryzen 7 3700X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>
                <a:solidFill>
                  <a:schemeClr val="bg1"/>
                </a:solidFill>
              </a:rPr>
              <a:t>32 GB DDR4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>
                <a:solidFill>
                  <a:schemeClr val="bg1"/>
                </a:solidFill>
              </a:rPr>
              <a:t>SSD 512(Partición Dedicada a VMs)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>
                <a:solidFill>
                  <a:schemeClr val="bg1"/>
                </a:solidFill>
              </a:rPr>
              <a:t>Nvidia RTX 2060 6GB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>
                <a:solidFill>
                  <a:schemeClr val="bg1"/>
                </a:solidFill>
              </a:rPr>
              <a:t>Periféricos(Monitor, teclado, ratón, ect)</a:t>
            </a:r>
            <a:endParaRPr>
              <a:solidFill>
                <a:schemeClr val="bg1"/>
              </a:solidFill>
            </a:endParaRPr>
          </a:p>
        </p:txBody>
      </p:sp>
      <p:pic>
        <p:nvPicPr>
          <p:cNvPr id="812397716" name="Imagen 3" descr=""/>
          <p:cNvPicPr/>
          <p:nvPr/>
        </p:nvPicPr>
        <p:blipFill rotWithShape="1">
          <a:blip r:embed="rId3"/>
          <a:srcRect l="0" t="376" r="0" b="376"/>
          <a:stretch/>
        </p:blipFill>
        <p:spPr bwMode="auto">
          <a:xfrm rot="0" flipH="0" flipV="0">
            <a:off x="8215980" y="1357407"/>
            <a:ext cx="3497154" cy="3389833"/>
          </a:xfrm>
          <a:prstGeom prst="flowChartAlternateProcess">
            <a:avLst/>
          </a:prstGeom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5174588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609599" y="274638"/>
            <a:ext cx="8496135" cy="1143000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>
                <a:solidFill>
                  <a:schemeClr val="bg1"/>
                </a:solidFill>
              </a:rPr>
              <a:t>Estructura general de la Base de Datos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2027418619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09599" y="1600201"/>
            <a:ext cx="8365399" cy="4525962"/>
          </a:xfrm>
        </p:spPr>
        <p:txBody>
          <a:bodyPr/>
          <a:lstStyle/>
          <a:p>
            <a:pPr marL="0" indent="0">
              <a:buFont typeface="Arial"/>
              <a:buNone/>
              <a:defRPr/>
            </a:pPr>
            <a:r>
              <a:rPr>
                <a:solidFill>
                  <a:schemeClr val="bg1"/>
                </a:solidFill>
              </a:rPr>
              <a:t>No hay base de datos, pero existe una jerarquía </a:t>
            </a:r>
            <a:r>
              <a:rPr>
                <a:solidFill>
                  <a:schemeClr val="bg1"/>
                </a:solidFill>
              </a:rPr>
              <a:t>en cuanto a la distribución de los Scripts: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>
                <a:solidFill>
                  <a:schemeClr val="bg1"/>
                </a:solidFill>
              </a:rPr>
              <a:t>Se separa la memoria.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>
                <a:solidFill>
                  <a:schemeClr val="bg1"/>
                </a:solidFill>
              </a:rPr>
              <a:t>Se separa el Script de Españolizacion inicial, el de Alias y el Script encargado de actualizar el repositorio</a:t>
            </a:r>
            <a:r>
              <a:rPr>
                <a:solidFill>
                  <a:schemeClr val="bg1"/>
                </a:solidFill>
              </a:rPr>
              <a:t>.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>
                <a:solidFill>
                  <a:schemeClr val="bg1"/>
                </a:solidFill>
              </a:rPr>
              <a:t>Se separan los Scripts de Samba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>
                <a:solidFill>
                  <a:schemeClr val="bg1"/>
                </a:solidFill>
              </a:rPr>
              <a:t>Se separa los Scripts que levantan servidores en Podman, gestionados por un Script padre.</a:t>
            </a:r>
            <a:endParaRPr>
              <a:solidFill>
                <a:schemeClr val="bg1"/>
              </a:solidFill>
            </a:endParaRPr>
          </a:p>
        </p:txBody>
      </p:sp>
      <p:pic>
        <p:nvPicPr>
          <p:cNvPr id="792900354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9180232" y="144742"/>
            <a:ext cx="2590799" cy="6381749"/>
          </a:xfrm>
          <a:prstGeom prst="flowChartAlternateProcess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552666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>
                  <a:schemeClr val="bg1"/>
                </a:solidFill>
              </a:rPr>
              <a:t>Funcionalidades Destacadas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486366398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b="1">
                <a:solidFill>
                  <a:schemeClr val="bg1"/>
                </a:solidFill>
              </a:rPr>
              <a:t>Gran accesibilidad:</a:t>
            </a:r>
            <a:r>
              <a:rPr>
                <a:solidFill>
                  <a:schemeClr val="bg1"/>
                </a:solidFill>
              </a:rPr>
              <a:t> acceso desde herramienta Web muy visual, Cockpit.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 b="1">
                <a:solidFill>
                  <a:schemeClr val="bg1"/>
                </a:solidFill>
              </a:rPr>
              <a:t>Automatización:</a:t>
            </a:r>
            <a:r>
              <a:rPr>
                <a:solidFill>
                  <a:schemeClr val="bg1"/>
                </a:solidFill>
              </a:rPr>
              <a:t> </a:t>
            </a:r>
            <a:r>
              <a:rPr>
                <a:solidFill>
                  <a:schemeClr val="bg1"/>
                </a:solidFill>
              </a:rPr>
              <a:t>Despliegues de servidores automatizados por Scripts Bash que  levantan contenedores Podman.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 b="1">
                <a:solidFill>
                  <a:schemeClr val="bg1"/>
                </a:solidFill>
              </a:rPr>
              <a:t>Facilidad de Uso: </a:t>
            </a:r>
            <a:r>
              <a:rPr>
                <a:solidFill>
                  <a:schemeClr val="bg1"/>
                </a:solidFill>
              </a:rPr>
              <a:t>Alias vinculados a los Scripts de automatización, y comandos Linux.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407362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>
                  <a:schemeClr val="bg1"/>
                </a:solidFill>
              </a:rPr>
              <a:t>Posibles Desarrollos Posteriores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824590144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lnSpc>
                <a:spcPct val="150000"/>
              </a:lnSpc>
              <a:defRPr/>
            </a:pPr>
            <a:r>
              <a:rPr b="1">
                <a:solidFill>
                  <a:schemeClr val="bg1"/>
                </a:solidFill>
              </a:rPr>
              <a:t>Servidores de monitorización:</a:t>
            </a:r>
            <a:r>
              <a:rPr>
                <a:solidFill>
                  <a:schemeClr val="bg1"/>
                </a:solidFill>
              </a:rPr>
              <a:t> Integrar Prometheus y Grafana mediante Podman para visualizar el rendimiento de los servidores de juegos en tiempo real.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 b="1">
                <a:solidFill>
                  <a:schemeClr val="bg1"/>
                </a:solidFill>
              </a:rPr>
              <a:t>Nuevos títulos de juegos:</a:t>
            </a:r>
            <a:r>
              <a:rPr>
                <a:solidFill>
                  <a:schemeClr val="bg1"/>
                </a:solidFill>
              </a:rPr>
              <a:t> Ampliar la compatibilidad a servidores que requieran bases de datos internas (como bases de datos SQL para servidores de RPG)</a:t>
            </a:r>
            <a:r>
              <a:rPr sz="120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.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743476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sz="4400" b="1" i="0" u="none">
                <a:solidFill>
                  <a:schemeClr val="bg1"/>
                </a:solidFill>
                <a:latin typeface="Arial"/>
                <a:ea typeface="Arial"/>
                <a:cs typeface="Arial"/>
              </a:rPr>
              <a:t>Recursos bibliográficos y de internet.</a:t>
            </a:r>
            <a:endParaRPr sz="44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1119072877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09599" y="1600201"/>
            <a:ext cx="10972800" cy="4992592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marL="0" marR="0" indent="0">
              <a:lnSpc>
                <a:spcPct val="150000"/>
              </a:lnSpc>
              <a:buFont typeface="Arial"/>
              <a:buNone/>
              <a:defRPr/>
            </a:pPr>
            <a:r>
              <a:rPr sz="1800" b="1">
                <a:solidFill>
                  <a:schemeClr val="bg1"/>
                </a:solidFill>
                <a:latin typeface="Arial"/>
                <a:ea typeface="Arial"/>
                <a:cs typeface="Arial"/>
              </a:rPr>
              <a:t>Referencias</a:t>
            </a:r>
            <a:r>
              <a:rPr sz="1800">
                <a:solidFill>
                  <a:schemeClr val="bg1"/>
                </a:solidFill>
              </a:rPr>
              <a:t>:</a:t>
            </a:r>
            <a:endParaRPr sz="900">
              <a:solidFill>
                <a:schemeClr val="bg1"/>
              </a:solidFill>
              <a:latin typeface="Arial"/>
              <a:cs typeface="Arial"/>
            </a:endParaRPr>
          </a:p>
          <a:p>
            <a:pPr marL="0" marR="0" indent="0">
              <a:lnSpc>
                <a:spcPct val="150000"/>
              </a:lnSpc>
              <a:buFont typeface="Arial"/>
              <a:buNone/>
              <a:defRPr/>
            </a:pPr>
            <a:r>
              <a:rPr sz="1400" b="1">
                <a:solidFill>
                  <a:schemeClr val="bg1"/>
                </a:solidFill>
                <a:latin typeface="Arial"/>
                <a:ea typeface="Arial"/>
                <a:cs typeface="Arial"/>
              </a:rPr>
              <a:t>Fedora Project.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 (2024). </a:t>
            </a:r>
            <a:r>
              <a:rPr sz="1400" i="1">
                <a:solidFill>
                  <a:schemeClr val="bg1"/>
                </a:solidFill>
                <a:latin typeface="Arial"/>
                <a:ea typeface="Arial"/>
                <a:cs typeface="Arial"/>
              </a:rPr>
              <a:t>Fedora Server Documentation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. Recuperado de </a:t>
            </a:r>
            <a:r>
              <a:rPr sz="1400" u="sng">
                <a:solidFill>
                  <a:schemeClr val="bg1"/>
                </a:solidFill>
                <a:latin typeface="Arial"/>
                <a:ea typeface="Arial"/>
                <a:cs typeface="Arial"/>
                <a:hlinkClick r:id="rId3" tooltip="https://docs.fedoraproject.org/en-US/fedora-server/"/>
              </a:rPr>
              <a:t>https://docs.fedoraproject.org/en-US/fedora-server/</a:t>
            </a:r>
            <a:endParaRPr sz="1400">
              <a:solidFill>
                <a:schemeClr val="bg1"/>
              </a:solidFill>
              <a:latin typeface="Arial"/>
              <a:cs typeface="Arial"/>
            </a:endParaRPr>
          </a:p>
          <a:p>
            <a:pPr marL="0" marR="0" indent="0">
              <a:lnSpc>
                <a:spcPct val="150000"/>
              </a:lnSpc>
              <a:buFont typeface="Arial"/>
              <a:buNone/>
              <a:defRPr/>
            </a:pPr>
            <a:r>
              <a:rPr sz="1400" b="1">
                <a:solidFill>
                  <a:schemeClr val="bg1"/>
                </a:solidFill>
                <a:latin typeface="Arial"/>
                <a:ea typeface="Arial"/>
                <a:cs typeface="Arial"/>
              </a:rPr>
              <a:t>Podman Documentation Authors.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 (2023). </a:t>
            </a:r>
            <a:r>
              <a:rPr sz="1400" i="1">
                <a:solidFill>
                  <a:schemeClr val="bg1"/>
                </a:solidFill>
                <a:latin typeface="Arial"/>
                <a:ea typeface="Arial"/>
                <a:cs typeface="Arial"/>
              </a:rPr>
              <a:t>Podman User Help and Documentation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. Recuperado de </a:t>
            </a:r>
            <a:r>
              <a:rPr sz="1400" u="sng">
                <a:solidFill>
                  <a:schemeClr val="bg1"/>
                </a:solidFill>
                <a:latin typeface="Arial"/>
                <a:ea typeface="Arial"/>
                <a:cs typeface="Arial"/>
                <a:hlinkClick r:id="rId4" tooltip="https://docs.podman.io/en/latest/"/>
              </a:rPr>
              <a:t>https://docs.podman.io/en/latest/</a:t>
            </a:r>
            <a:endParaRPr sz="1400">
              <a:solidFill>
                <a:schemeClr val="bg1"/>
              </a:solidFill>
              <a:latin typeface="Arial"/>
              <a:cs typeface="Arial"/>
            </a:endParaRPr>
          </a:p>
          <a:p>
            <a:pPr marL="0" marR="0" indent="0">
              <a:lnSpc>
                <a:spcPct val="150000"/>
              </a:lnSpc>
              <a:buFont typeface="Arial"/>
              <a:buNone/>
              <a:defRPr/>
            </a:pPr>
            <a:r>
              <a:rPr sz="1400" b="1">
                <a:solidFill>
                  <a:schemeClr val="bg1"/>
                </a:solidFill>
                <a:latin typeface="Arial"/>
                <a:ea typeface="Arial"/>
                <a:cs typeface="Arial"/>
              </a:rPr>
              <a:t>Red Hat, Inc.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 (2024). </a:t>
            </a:r>
            <a:r>
              <a:rPr sz="1400" i="1">
                <a:solidFill>
                  <a:schemeClr val="bg1"/>
                </a:solidFill>
                <a:latin typeface="Arial"/>
                <a:ea typeface="Arial"/>
                <a:cs typeface="Arial"/>
              </a:rPr>
              <a:t>Getting Started with Cockpit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. Recuperado de </a:t>
            </a:r>
            <a:r>
              <a:rPr sz="1400" u="sng">
                <a:solidFill>
                  <a:schemeClr val="bg1"/>
                </a:solidFill>
                <a:latin typeface="Arial"/>
                <a:ea typeface="Arial"/>
                <a:cs typeface="Arial"/>
                <a:hlinkClick r:id="rId5" tooltip="https://cockpit-project.org/running.html"/>
              </a:rPr>
              <a:t>https://cockpit-project.org/running.html</a:t>
            </a:r>
            <a:endParaRPr sz="1400">
              <a:solidFill>
                <a:schemeClr val="bg1"/>
              </a:solidFill>
              <a:latin typeface="Arial"/>
              <a:cs typeface="Arial"/>
            </a:endParaRPr>
          </a:p>
          <a:p>
            <a:pPr marL="0" marR="0" indent="0">
              <a:lnSpc>
                <a:spcPct val="150000"/>
              </a:lnSpc>
              <a:buFont typeface="Arial"/>
              <a:buNone/>
              <a:defRPr/>
            </a:pPr>
            <a:r>
              <a:rPr sz="1400" b="1">
                <a:solidFill>
                  <a:schemeClr val="bg1"/>
                </a:solidFill>
                <a:latin typeface="Arial"/>
                <a:ea typeface="Arial"/>
                <a:cs typeface="Arial"/>
              </a:rPr>
              <a:t>Samba Team.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 (2024). </a:t>
            </a:r>
            <a:r>
              <a:rPr sz="1400" i="1">
                <a:solidFill>
                  <a:schemeClr val="bg1"/>
                </a:solidFill>
                <a:latin typeface="Arial"/>
                <a:ea typeface="Arial"/>
                <a:cs typeface="Arial"/>
              </a:rPr>
              <a:t>Samba How-to Collection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. Recuperado de </a:t>
            </a:r>
            <a:r>
              <a:rPr sz="1400" u="sng">
                <a:solidFill>
                  <a:schemeClr val="bg1"/>
                </a:solidFill>
                <a:latin typeface="Arial"/>
                <a:ea typeface="Arial"/>
                <a:cs typeface="Arial"/>
                <a:hlinkClick r:id="rId6" tooltip="https://www.samba.org/samba/docs/"/>
              </a:rPr>
              <a:t>https://www.samba.org/samba/docs/</a:t>
            </a:r>
            <a:endParaRPr sz="1400">
              <a:solidFill>
                <a:schemeClr val="bg1"/>
              </a:solidFill>
              <a:latin typeface="Arial"/>
              <a:cs typeface="Arial"/>
            </a:endParaRPr>
          </a:p>
          <a:p>
            <a:pPr marL="0" marR="0" indent="0">
              <a:lnSpc>
                <a:spcPct val="150000"/>
              </a:lnSpc>
              <a:buFont typeface="Arial"/>
              <a:buNone/>
              <a:defRPr/>
            </a:pPr>
            <a:r>
              <a:rPr sz="1400" b="1">
                <a:solidFill>
                  <a:schemeClr val="bg1"/>
                </a:solidFill>
                <a:latin typeface="Arial"/>
                <a:ea typeface="Arial"/>
                <a:cs typeface="Arial"/>
              </a:rPr>
              <a:t>ZeroTier, Inc.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 (2024). </a:t>
            </a:r>
            <a:r>
              <a:rPr sz="1400" i="1">
                <a:solidFill>
                  <a:schemeClr val="bg1"/>
                </a:solidFill>
                <a:latin typeface="Arial"/>
                <a:ea typeface="Arial"/>
                <a:cs typeface="Arial"/>
              </a:rPr>
              <a:t>ZeroTier Manual and Knowledge Base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. Recuperado de </a:t>
            </a:r>
            <a:r>
              <a:rPr sz="1400" u="sng">
                <a:solidFill>
                  <a:schemeClr val="bg1"/>
                </a:solidFill>
                <a:latin typeface="Arial"/>
                <a:ea typeface="Arial"/>
                <a:cs typeface="Arial"/>
                <a:hlinkClick r:id="rId7" tooltip="https://docs.zerotier.com/"/>
              </a:rPr>
              <a:t>https://docs.zerotier.com/</a:t>
            </a:r>
            <a:endParaRPr sz="900">
              <a:solidFill>
                <a:schemeClr val="bg1"/>
              </a:solidFill>
              <a:latin typeface="Arial"/>
              <a:cs typeface="Arial"/>
            </a:endParaRPr>
          </a:p>
          <a:p>
            <a:pPr marL="0" marR="0" indent="0">
              <a:lnSpc>
                <a:spcPct val="150000"/>
              </a:lnSpc>
              <a:buFont typeface="Arial"/>
              <a:buNone/>
              <a:defRPr/>
            </a:pPr>
            <a:r>
              <a:rPr sz="1800" b="1">
                <a:solidFill>
                  <a:schemeClr val="bg1"/>
                </a:solidFill>
                <a:latin typeface="Arial"/>
                <a:ea typeface="Arial"/>
                <a:cs typeface="Arial"/>
              </a:rPr>
              <a:t>Bibliografía complementaria</a:t>
            </a:r>
            <a:r>
              <a:rPr sz="1800">
                <a:solidFill>
                  <a:schemeClr val="bg1"/>
                </a:solidFill>
              </a:rPr>
              <a:t>:</a:t>
            </a:r>
            <a:endParaRPr sz="900">
              <a:solidFill>
                <a:schemeClr val="bg1"/>
              </a:solidFill>
              <a:latin typeface="Arial"/>
              <a:cs typeface="Arial"/>
            </a:endParaRPr>
          </a:p>
          <a:p>
            <a:pPr marL="0" indent="0">
              <a:lnSpc>
                <a:spcPct val="150000"/>
              </a:lnSpc>
              <a:buFont typeface="Arial"/>
              <a:buNone/>
              <a:defRPr/>
            </a:pPr>
            <a:r>
              <a:rPr sz="1400" b="1">
                <a:solidFill>
                  <a:schemeClr val="bg1"/>
                </a:solidFill>
                <a:latin typeface="Arial"/>
                <a:ea typeface="Arial"/>
                <a:cs typeface="Arial"/>
              </a:rPr>
              <a:t>Free Software Foundation.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 (2023). </a:t>
            </a:r>
            <a:r>
              <a:rPr sz="1400" i="1">
                <a:solidFill>
                  <a:schemeClr val="bg1"/>
                </a:solidFill>
                <a:latin typeface="Arial"/>
                <a:ea typeface="Arial"/>
                <a:cs typeface="Arial"/>
              </a:rPr>
              <a:t>GNU Bash Reference Manual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. Recuperado de </a:t>
            </a:r>
            <a:r>
              <a:rPr sz="1400" u="sng">
                <a:solidFill>
                  <a:schemeClr val="bg1"/>
                </a:solidFill>
                <a:latin typeface="Arial"/>
                <a:ea typeface="Arial"/>
                <a:cs typeface="Arial"/>
                <a:hlinkClick r:id="rId8" tooltip="https://www.gnu.org/software/bash/manual/"/>
              </a:rPr>
              <a:t>https://www.gnu.org/software/bash/manual/</a:t>
            </a:r>
            <a:endParaRPr sz="1400">
              <a:solidFill>
                <a:schemeClr val="bg1"/>
              </a:solidFill>
              <a:latin typeface="Arial"/>
              <a:cs typeface="Arial"/>
            </a:endParaRPr>
          </a:p>
          <a:p>
            <a:pPr marL="0" indent="0">
              <a:lnSpc>
                <a:spcPct val="150000"/>
              </a:lnSpc>
              <a:buFont typeface="Arial"/>
              <a:buNone/>
              <a:defRPr/>
            </a:pPr>
            <a:r>
              <a:rPr sz="1400" b="1">
                <a:solidFill>
                  <a:schemeClr val="bg1"/>
                </a:solidFill>
                <a:latin typeface="Arial"/>
                <a:ea typeface="Arial"/>
                <a:cs typeface="Arial"/>
              </a:rPr>
              <a:t>Negus, C.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 (2020). </a:t>
            </a:r>
            <a:r>
              <a:rPr sz="1400" i="1">
                <a:solidFill>
                  <a:schemeClr val="bg1"/>
                </a:solidFill>
                <a:latin typeface="Arial"/>
                <a:ea typeface="Arial"/>
                <a:cs typeface="Arial"/>
              </a:rPr>
              <a:t>Linux Bible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 (10th ed.). Wiley.</a:t>
            </a:r>
            <a:endParaRPr sz="1400">
              <a:solidFill>
                <a:schemeClr val="bg1"/>
              </a:solidFill>
              <a:latin typeface="Arial"/>
              <a:cs typeface="Arial"/>
            </a:endParaRPr>
          </a:p>
          <a:p>
            <a:pPr marL="0" indent="0">
              <a:lnSpc>
                <a:spcPct val="150000"/>
              </a:lnSpc>
              <a:buFont typeface="Arial"/>
              <a:buNone/>
              <a:defRPr/>
            </a:pPr>
            <a:r>
              <a:rPr sz="1400" b="1">
                <a:solidFill>
                  <a:schemeClr val="bg1"/>
                </a:solidFill>
                <a:latin typeface="Arial"/>
                <a:ea typeface="Arial"/>
                <a:cs typeface="Arial"/>
              </a:rPr>
              <a:t>Shotts, W.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 (2019). </a:t>
            </a:r>
            <a:r>
              <a:rPr sz="1400" i="1">
                <a:solidFill>
                  <a:schemeClr val="bg1"/>
                </a:solidFill>
                <a:latin typeface="Arial"/>
                <a:ea typeface="Arial"/>
                <a:cs typeface="Arial"/>
              </a:rPr>
              <a:t>The Linux Command Line: A Complete Introduction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 (2nd ed.). No Starch Press.</a:t>
            </a:r>
            <a:endParaRPr sz="1400">
              <a:solidFill>
                <a:schemeClr val="bg1"/>
              </a:solidFill>
              <a:latin typeface="Arial"/>
              <a:cs typeface="Arial"/>
            </a:endParaRPr>
          </a:p>
          <a:p>
            <a:pPr marL="0" indent="0">
              <a:buFont typeface="Arial"/>
              <a:buNone/>
              <a:defRPr/>
            </a:pPr>
            <a:r>
              <a:rPr sz="1400" b="1">
                <a:solidFill>
                  <a:schemeClr val="bg1"/>
                </a:solidFill>
                <a:latin typeface="Arial"/>
                <a:ea typeface="Arial"/>
                <a:cs typeface="Arial"/>
              </a:rPr>
              <a:t>Walsh, D.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 (2023). </a:t>
            </a:r>
            <a:r>
              <a:rPr sz="1400" i="1">
                <a:solidFill>
                  <a:schemeClr val="bg1"/>
                </a:solidFill>
                <a:latin typeface="Arial"/>
                <a:ea typeface="Arial"/>
                <a:cs typeface="Arial"/>
              </a:rPr>
              <a:t>Podman in Action: Secure Desktop Container Management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. Manning Publications.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87138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>
                  <a:schemeClr val="bg1"/>
                </a:solidFill>
              </a:rPr>
              <a:t>Agradecimientos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585205142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09599" y="1600201"/>
            <a:ext cx="5069002" cy="4525962"/>
          </a:xfrm>
        </p:spPr>
        <p:txBody>
          <a:bodyPr/>
          <a:lstStyle/>
          <a:p>
            <a:pPr>
              <a:defRPr/>
            </a:pPr>
            <a:r>
              <a:rPr sz="3200" b="0" i="0" u="none">
                <a:solidFill>
                  <a:schemeClr val="bg1"/>
                </a:solidFill>
                <a:latin typeface="Arial"/>
                <a:ea typeface="Arial"/>
                <a:cs typeface="Arial"/>
              </a:rPr>
              <a:t>A mi tutor por la guía constante, a mi PC por el apoyo, y a todos los que de una forma u otra han hecho posible que este servidor hoy esté corriendo sin errores.</a:t>
            </a:r>
            <a:endParaRPr sz="3200">
              <a:solidFill>
                <a:schemeClr val="bg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sz="3200">
                <a:solidFill>
                  <a:schemeClr val="bg1"/>
                </a:solidFill>
                <a:latin typeface="Arial"/>
                <a:ea typeface="Arial"/>
                <a:cs typeface="Arial"/>
              </a:rPr>
              <a:t>Y a Millán por siempre estar ahí.</a:t>
            </a:r>
            <a:endParaRPr>
              <a:solidFill>
                <a:schemeClr val="bg1"/>
              </a:solidFill>
            </a:endParaRPr>
          </a:p>
        </p:txBody>
      </p:sp>
      <p:pic>
        <p:nvPicPr>
          <p:cNvPr id="1860822659" name="Marcador de contenido 3" descr="Goku y Gohan - Hola Muy Buenas Tardes☺️¿Qué Tal Cómo Han... | Facebook"/>
          <p:cNvPicPr/>
          <p:nvPr/>
        </p:nvPicPr>
        <p:blipFill rotWithShape="1">
          <a:blip r:embed="rId3"/>
          <a:stretch/>
        </p:blipFill>
        <p:spPr bwMode="auto">
          <a:xfrm flipH="0" flipV="0">
            <a:off x="5968087" y="1417638"/>
            <a:ext cx="5455431" cy="4605522"/>
          </a:xfrm>
          <a:prstGeom prst="flowChartAlternateProcess">
            <a:avLst/>
          </a:prstGeom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ONLYOFFICE/9.3.1.8</Application>
  <PresentationFormat>On-screen Show (4:3)</PresentationFormat>
  <Paragraphs>0</Paragraphs>
  <Slides>9</Slides>
  <Notes>9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9</cp:revision>
  <dcterms:modified xsi:type="dcterms:W3CDTF">2026-05-21T07:28:41Z</dcterms:modified>
</cp:coreProperties>
</file>