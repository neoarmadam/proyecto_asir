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s-E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578633" name="Marcador de encabezad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188194501" name="Marcador de fech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s-ES"/>
              <a:t>10/30/2013</a:t>
            </a:fld>
            <a:endParaRPr lang="es-ES"/>
          </a:p>
        </p:txBody>
      </p:sp>
      <p:sp>
        <p:nvSpPr>
          <p:cNvPr id="1526315473" name="Marcador de imagen de diapositiva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s-ES"/>
          </a:p>
        </p:txBody>
      </p:sp>
      <p:sp>
        <p:nvSpPr>
          <p:cNvPr id="1818047563" name="Marcador de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1375703687" name="Marcador de pie de pá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215137512" name="Marcador de número de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s-ES"/>
              <a:t>‹#›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279689" name="Marcador de imagen de diapositiva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9767679" name="Marcador de notas 4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s-ES">
              <a:latin typeface="Arial"/>
              <a:cs typeface="Arial"/>
            </a:endParaRPr>
          </a:p>
        </p:txBody>
      </p:sp>
      <p:sp>
        <p:nvSpPr>
          <p:cNvPr id="1426083189" name="Marcador de número de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s-ES"/>
              <a:t>1</a:t>
            </a:fld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0BD641-35C8-9F99-74BB-995578EA97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075D1C-D1EF-2AF5-01F5-1DA08A9416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398AFE-4419-8F31-3785-E6C8281AD2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8B513B-7ACF-EC0C-1B7C-CEB09476CA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14520F-F242-84FA-2E0B-F451639017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DCAB2E-5350-C644-ED9C-80B85FF74B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0D4025-FDF9-D5BF-E4D5-F120F098AE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BC9D7D-E86F-87CB-958C-42E31B65C2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102120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9429563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20130241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209115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92767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7199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0666398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932510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666078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9552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465003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2994008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5372093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156116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22850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1507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7634083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9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3968991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606551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578972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934207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162164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661246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6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8691900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6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012771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3555030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5410719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88538716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5566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6502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1614517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71995454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07746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3456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998170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469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61612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68622040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585806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8480382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05970156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4640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54574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6981552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56560884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5608608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4656388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77868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3799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7539553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757555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3245791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827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0977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9752624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9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7769111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039366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6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785115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9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920086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2290338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13321283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9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5597725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media1.sv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ocs.fedoraproject.org/en-US/fedora-server/" TargetMode="External"/><Relationship Id="rId4" Type="http://schemas.openxmlformats.org/officeDocument/2006/relationships/hyperlink" Target="https://docs.podman.io/en/latest/" TargetMode="External"/><Relationship Id="rId5" Type="http://schemas.openxmlformats.org/officeDocument/2006/relationships/hyperlink" Target="https://cockpit-project.org/running.html" TargetMode="External"/><Relationship Id="rId6" Type="http://schemas.openxmlformats.org/officeDocument/2006/relationships/hyperlink" Target="https://www.samba.org/samba/docs/" TargetMode="External"/><Relationship Id="rId7" Type="http://schemas.openxmlformats.org/officeDocument/2006/relationships/hyperlink" Target="https://docs.zerotier.com/" TargetMode="External"/><Relationship Id="rId8" Type="http://schemas.openxmlformats.org/officeDocument/2006/relationships/hyperlink" Target="https://www.gnu.org/software/bash/manual/" TargetMode="Externa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881526" name="Título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Entorno de Servidor Neo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760316481" name="Subtítulo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Neo Armada Montero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2º ASIR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28165816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773596" y="33833"/>
            <a:ext cx="2785368" cy="2785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7715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Presentación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5368256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Optimización y automatización de entornos Fedora Server mediante el despliegue de scripts personalizados y una capa de alias optimizada para mejorar la eficiencia operativa.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Scripts: Automatizan funciones del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Alias: Facilitan la ejecución de comandos o Scripts en 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Cockpit: Herramienta Web para acceso remoto al servidor.</a:t>
            </a:r>
            <a:endParaRPr sz="3200" b="0" i="0" u="none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046605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de Software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576888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Fedora Server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Podman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Visual Studio Code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KVM/Qemu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Cockpit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Bash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880970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04259" y="1600201"/>
            <a:ext cx="508245" cy="508245"/>
          </a:xfrm>
          <a:prstGeom prst="rect">
            <a:avLst/>
          </a:prstGeom>
        </p:spPr>
      </p:pic>
      <p:pic>
        <p:nvPicPr>
          <p:cNvPr id="200149361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58391" y="2200183"/>
            <a:ext cx="599982" cy="599982"/>
          </a:xfrm>
          <a:prstGeom prst="rect">
            <a:avLst/>
          </a:prstGeom>
        </p:spPr>
      </p:pic>
      <p:pic>
        <p:nvPicPr>
          <p:cNvPr id="995498563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567286" y="2911649"/>
            <a:ext cx="445218" cy="445218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85470410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66527" y="3356868"/>
            <a:ext cx="583708" cy="583708"/>
          </a:xfrm>
          <a:prstGeom prst="rect">
            <a:avLst/>
          </a:prstGeom>
        </p:spPr>
      </p:pic>
      <p:pic>
        <p:nvPicPr>
          <p:cNvPr id="22806331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538122" y="3940577"/>
            <a:ext cx="474382" cy="474382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1548394236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511858" y="4566396"/>
            <a:ext cx="493047" cy="493047"/>
          </a:xfrm>
          <a:prstGeom prst="flowChartAlternateProcess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23821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Hardware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4073949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AMD Ryzen 7 3700X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32 GB DDR4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SSD 512(Partición Dedicada a VMs)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Nvidia RTX 2060 6GB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Periféricos(Monitor, teclado, raton, ect)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366032674" name="Imagen 3" descr=""/>
          <p:cNvPicPr/>
          <p:nvPr/>
        </p:nvPicPr>
        <p:blipFill rotWithShape="1">
          <a:blip r:embed="rId3"/>
          <a:srcRect l="0" t="376" r="0" b="376"/>
          <a:stretch/>
        </p:blipFill>
        <p:spPr bwMode="auto">
          <a:xfrm rot="0" flipH="0" flipV="0">
            <a:off x="8215980" y="1357407"/>
            <a:ext cx="3497154" cy="3389833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132831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8496135" cy="11430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Estructura general de la Base de Datos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6251787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8365399" cy="4525962"/>
          </a:xfrm>
        </p:spPr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No hay base de datos, pero existe una jerarquía </a:t>
            </a:r>
            <a:r>
              <a:rPr>
                <a:solidFill>
                  <a:schemeClr val="bg1"/>
                </a:solidFill>
              </a:rPr>
              <a:t>en cuanto a la distribución de los Scripts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12064896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80232" y="144742"/>
            <a:ext cx="2590799" cy="6381749"/>
          </a:xfrm>
          <a:prstGeom prst="flowChartAlternateProcess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709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Funcionalidades Destacadas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23247853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</a:rPr>
              <a:t>Gran accesibilidad:</a:t>
            </a:r>
            <a:r>
              <a:rPr>
                <a:solidFill>
                  <a:schemeClr val="bg1"/>
                </a:solidFill>
              </a:rPr>
              <a:t> acceso desde herramienta Web muy visual Cockpit.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Automatización:</a:t>
            </a:r>
            <a:r>
              <a:rPr>
                <a:solidFill>
                  <a:schemeClr val="bg1"/>
                </a:solidFill>
              </a:rPr>
              <a:t> </a:t>
            </a:r>
            <a:r>
              <a:rPr>
                <a:solidFill>
                  <a:schemeClr val="bg1"/>
                </a:solidFill>
              </a:rPr>
              <a:t>Despliegues de servidores automatizados por Scripts Bash que  levantan contenedores Podman.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Facilidad de Uso: </a:t>
            </a:r>
            <a:r>
              <a:rPr>
                <a:solidFill>
                  <a:schemeClr val="bg1"/>
                </a:solidFill>
              </a:rPr>
              <a:t>Alias vinculados a los Scripts de automatización, y comandos Linux.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8006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Posibles Desarrollos Posteriores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71125474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50000"/>
              </a:lnSpc>
              <a:defRPr/>
            </a:pPr>
            <a:r>
              <a:rPr b="1">
                <a:solidFill>
                  <a:schemeClr val="bg1"/>
                </a:solidFill>
              </a:rPr>
              <a:t>Servidores de monitorización:</a:t>
            </a:r>
            <a:r>
              <a:rPr>
                <a:solidFill>
                  <a:schemeClr val="bg1"/>
                </a:solidFill>
              </a:rPr>
              <a:t> Integrar Prometheus y Grafana mediante Podman para visualizar el rendimiento de los servidores de juegos en tiempo real.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Nuevos títulos de juegos:</a:t>
            </a:r>
            <a:r>
              <a:rPr>
                <a:solidFill>
                  <a:schemeClr val="bg1"/>
                </a:solidFill>
              </a:rPr>
              <a:t> Ampliar la compatibilidad a servidores que requieran bases de datos internas (como bases de datos SQL para servidores de RPG)</a:t>
            </a:r>
            <a:r>
              <a:rPr sz="1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7514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sz="4400" b="1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Recursos bibliográficos y de internet.</a:t>
            </a:r>
            <a:endParaRPr sz="44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91805897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10972800" cy="499259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Referencias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Project.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Server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3" tooltip="https://docs.fedoraproject.org/en-US/fedora-server/"/>
              </a:rPr>
              <a:t>https://docs.fedoraproject.org/en-US/fedora-server/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Documentation Authors.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User Help and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4" tooltip="https://docs.podman.io/en/latest/"/>
              </a:rPr>
              <a:t>https://docs.podman.io/en/latest/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Red Hat,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Getting Started with Cockpit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5" tooltip="https://cockpit-project.org/running.html"/>
              </a:rPr>
              <a:t>https://cockpit-project.org/running.html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Team.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How-to Collection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6" tooltip="https://www.samba.org/samba/docs/"/>
              </a:rPr>
              <a:t>https://www.samba.org/samba/docs/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 Manual and Knowledge Base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7" tooltip="https://docs.zerotier.com/"/>
              </a:rPr>
              <a:t>https://docs.zerotier.com/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Bibliografía complementaria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Free Software Foundation.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GNU Bash Reference Manual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8" tooltip="https://www.gnu.org/software/bash/manual/"/>
              </a:rPr>
              <a:t>https://www.gnu.org/software/bash/manual/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Negus, 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(2020).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Linux Bible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(10th ed.). Wiley.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Shotts, W.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(2019).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The Linux Command Line: A Complete Introduction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(2nd ed.). No Starch Press.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Walsh, D.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in Action: Secure Desktop Container Management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Manning Publications.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01009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Agradecimientos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93940878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5069002" cy="4525962"/>
          </a:xfrm>
        </p:spPr>
        <p:txBody>
          <a:bodyPr/>
          <a:lstStyle/>
          <a:p>
            <a:pPr>
              <a:defRPr/>
            </a:pPr>
            <a:endParaRPr>
              <a:solidFill>
                <a:schemeClr val="bg1"/>
              </a:solidFill>
            </a:endParaRPr>
          </a:p>
        </p:txBody>
      </p:sp>
      <p:pic>
        <p:nvPicPr>
          <p:cNvPr id="537915905" name="Marcador de contenido 3" descr="Goku y Gohan - Hola Muy Buenas Tardes☺️¿Qué Tal Cómo Han... | Facebook"/>
          <p:cNvPicPr/>
          <p:nvPr/>
        </p:nvPicPr>
        <p:blipFill rotWithShape="1">
          <a:blip r:embed="rId3"/>
          <a:stretch/>
        </p:blipFill>
        <p:spPr bwMode="auto">
          <a:xfrm flipH="0" flipV="0">
            <a:off x="5968087" y="1417638"/>
            <a:ext cx="5455431" cy="4605522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2026-05-18T11:52:40Z</dcterms:modified>
</cp:coreProperties>
</file>